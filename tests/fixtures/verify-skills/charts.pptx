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explosion val="25"/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3">
                  <c:v>1e-05</c:v>
                </c:pt>
                <c:pt idx="4">
                  <c:v>1e+16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— two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it's</c:v>
                </c:pt>
                <c:pt idx="2">
                  <c:v>say "hi"</c:v>
                </c:pt>
                <c:pt idx="3">
                  <c:v>back\slash</c:v>
                </c:pt>
                <c:pt idx="4">
                  <c:v>café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marker>
            <c:symbol val="none"/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3.5</c:v>
                </c:pt>
                <c:pt idx="2">
                  <c:v>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blobs</c:v>
                </c:pt>
              </c:strCache>
            </c:strRef>
          </c:tx>
          <c:invertIfNegative val="0"/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bubbleSize>
          <c:bubble3D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Relationship Id="rId8" Type="http://schemas.openxmlformats.org/officeDocument/2006/relationships/chart" Target="../charts/chart7.xml"/><Relationship Id="rId9" Type="http://schemas.openxmlformats.org/officeDocument/2006/relationships/chart" Target="../charts/chart8.xml"/><Relationship Id="rId10" Type="http://schemas.openxmlformats.org/officeDocument/2006/relationships/chart" Target="../charts/chart9.xml"/><Relationship Id="rId11" Type="http://schemas.openxmlformats.org/officeDocument/2006/relationships/chart" Target="../charts/chart10.xml"/><Relationship Id="rId12" Type="http://schemas.openxmlformats.org/officeDocument/2006/relationships/chart" Target="../charts/char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7200" y="1371600"/>
          <a:ext cx="2743200" cy="182880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 padded  </a:t>
            </a:r>
          </a:p>
          <a:p/>
          <a:p>
            <a:r>
              <a:t>a b c</a:t>
            </a:r>
            <a:br/>
            <a:r>
              <a:t>after break</a:t>
            </a:r>
          </a:p>
          <a:p>
            <a:r>
              <a:t>tail 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" cy="2286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609600">
                <a:tc gridSpan="2">
                  <a:txBody>
                    <a:bodyPr/>
                    <a:lstStyle/>
                    <a:p>
                      <a:r>
                        <a:t>merged</a:t>
                      </a:r>
                    </a:p>
                    <a:p>
                      <a:r>
                        <a:t>head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  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