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12.5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Gamma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for Alpha</a:t>
            </a:r>
          </a:p>
          <a:p>
            <a:r>
              <a:t>second notes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572000" y="1371600"/>
            <a:ext cx="2743200" cy="1005840"/>
            <a:chOff x="4572000" y="1371600"/>
            <a:chExt cx="2743200" cy="1005840"/>
          </a:xfrm>
        </p:grpSpPr>
        <p:sp>
          <p:nvSpPr>
            <p:cNvPr id="7" name="TextBox 6"/>
            <p:cNvSpPr txBox="1"/>
            <p:nvPr/>
          </p:nvSpPr>
          <p:spPr>
            <a:xfrm>
              <a:off x="4572000" y="1371600"/>
              <a:ext cx="274320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grouped one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4572000" y="1920240"/>
              <a:ext cx="2743200" cy="457200"/>
              <a:chOff x="4572000" y="1920240"/>
              <a:chExt cx="2743200" cy="457200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4572000" y="1920240"/>
                <a:ext cx="2743200" cy="4572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t>grouped two</a:t>
                </a:r>
              </a:p>
            </p:txBody>
          </p:sp>
        </p:grpSp>
      </p:grp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3657600"/>
          <a:ext cx="36576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657600"/>
            <a:ext cx="18288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035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</a:t>
            </a:r>
          </a:p>
          <a:p>
            <a:r>
              <a:t>Bullet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line one</a:t>
            </a:r>
            <a:br/>
            <a:r>
              <a:t>line two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4572000"/>
            <a:ext cx="1828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0" y="5029200"/>
            <a:ext cx="9144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